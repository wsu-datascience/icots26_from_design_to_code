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6FE60B-888E-46C6-AE09-E378185D4885}" v="8" dt="2026-07-11T11:04:42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one, Christopher J" userId="69e81cbf-41c9-4f8b-a933-300291a86c21" providerId="ADAL" clId="{7B95B912-3265-4FB3-B026-F63E54857DE4}"/>
    <pc:docChg chg="undo custSel addSld delSld modSld sldOrd">
      <pc:chgData name="Malone, Christopher J" userId="69e81cbf-41c9-4f8b-a933-300291a86c21" providerId="ADAL" clId="{7B95B912-3265-4FB3-B026-F63E54857DE4}" dt="2026-07-11T13:21:43.410" v="2288"/>
      <pc:docMkLst>
        <pc:docMk/>
      </pc:docMkLst>
      <pc:sldChg chg="del">
        <pc:chgData name="Malone, Christopher J" userId="69e81cbf-41c9-4f8b-a933-300291a86c21" providerId="ADAL" clId="{7B95B912-3265-4FB3-B026-F63E54857DE4}" dt="2026-07-11T10:20:37.540" v="216" actId="47"/>
        <pc:sldMkLst>
          <pc:docMk/>
          <pc:sldMk cId="1451599495" sldId="256"/>
        </pc:sldMkLst>
      </pc:sldChg>
      <pc:sldChg chg="addSp delSp modSp mod">
        <pc:chgData name="Malone, Christopher J" userId="69e81cbf-41c9-4f8b-a933-300291a86c21" providerId="ADAL" clId="{7B95B912-3265-4FB3-B026-F63E54857DE4}" dt="2026-07-11T10:35:04.384" v="686" actId="20577"/>
        <pc:sldMkLst>
          <pc:docMk/>
          <pc:sldMk cId="2606401296" sldId="257"/>
        </pc:sldMkLst>
        <pc:spChg chg="mod">
          <ac:chgData name="Malone, Christopher J" userId="69e81cbf-41c9-4f8b-a933-300291a86c21" providerId="ADAL" clId="{7B95B912-3265-4FB3-B026-F63E54857DE4}" dt="2026-07-11T10:21:57.448" v="344" actId="20577"/>
          <ac:spMkLst>
            <pc:docMk/>
            <pc:sldMk cId="2606401296" sldId="257"/>
            <ac:spMk id="2" creationId="{5F4F4BC2-EABB-020D-EA1D-8978515ECD32}"/>
          </ac:spMkLst>
        </pc:spChg>
        <pc:spChg chg="mod">
          <ac:chgData name="Malone, Christopher J" userId="69e81cbf-41c9-4f8b-a933-300291a86c21" providerId="ADAL" clId="{7B95B912-3265-4FB3-B026-F63E54857DE4}" dt="2026-07-11T10:24:39.274" v="515" actId="1036"/>
          <ac:spMkLst>
            <pc:docMk/>
            <pc:sldMk cId="2606401296" sldId="257"/>
            <ac:spMk id="3" creationId="{8EDED6D2-5DC2-8038-EFD5-6F5EB7F9F4F9}"/>
          </ac:spMkLst>
        </pc:spChg>
        <pc:spChg chg="mod">
          <ac:chgData name="Malone, Christopher J" userId="69e81cbf-41c9-4f8b-a933-300291a86c21" providerId="ADAL" clId="{7B95B912-3265-4FB3-B026-F63E54857DE4}" dt="2026-07-11T10:35:04.384" v="686" actId="20577"/>
          <ac:spMkLst>
            <pc:docMk/>
            <pc:sldMk cId="2606401296" sldId="257"/>
            <ac:spMk id="4" creationId="{D6D159C7-673A-0498-DCF8-C9BCA70F688D}"/>
          </ac:spMkLst>
        </pc:spChg>
        <pc:spChg chg="mod">
          <ac:chgData name="Malone, Christopher J" userId="69e81cbf-41c9-4f8b-a933-300291a86c21" providerId="ADAL" clId="{7B95B912-3265-4FB3-B026-F63E54857DE4}" dt="2026-07-11T10:28:31.169" v="567" actId="20577"/>
          <ac:spMkLst>
            <pc:docMk/>
            <pc:sldMk cId="2606401296" sldId="257"/>
            <ac:spMk id="7" creationId="{55415DE3-FDE8-C7DA-2D51-0289528E1767}"/>
          </ac:spMkLst>
        </pc:spChg>
        <pc:spChg chg="add mod">
          <ac:chgData name="Malone, Christopher J" userId="69e81cbf-41c9-4f8b-a933-300291a86c21" providerId="ADAL" clId="{7B95B912-3265-4FB3-B026-F63E54857DE4}" dt="2026-07-11T10:23:45.389" v="469" actId="1036"/>
          <ac:spMkLst>
            <pc:docMk/>
            <pc:sldMk cId="2606401296" sldId="257"/>
            <ac:spMk id="17" creationId="{783FC799-0167-5C72-334A-6FC269320431}"/>
          </ac:spMkLst>
        </pc:spChg>
        <pc:spChg chg="add mod">
          <ac:chgData name="Malone, Christopher J" userId="69e81cbf-41c9-4f8b-a933-300291a86c21" providerId="ADAL" clId="{7B95B912-3265-4FB3-B026-F63E54857DE4}" dt="2026-07-11T10:25:28.040" v="539" actId="1036"/>
          <ac:spMkLst>
            <pc:docMk/>
            <pc:sldMk cId="2606401296" sldId="257"/>
            <ac:spMk id="19" creationId="{052E985F-69FF-F668-3602-8B50D6FC13D8}"/>
          </ac:spMkLst>
        </pc:spChg>
        <pc:spChg chg="add mod">
          <ac:chgData name="Malone, Christopher J" userId="69e81cbf-41c9-4f8b-a933-300291a86c21" providerId="ADAL" clId="{7B95B912-3265-4FB3-B026-F63E54857DE4}" dt="2026-07-11T10:24:32.458" v="504" actId="1036"/>
          <ac:spMkLst>
            <pc:docMk/>
            <pc:sldMk cId="2606401296" sldId="257"/>
            <ac:spMk id="21" creationId="{94DC787C-9BDD-2DCE-DE3E-F811972FDEF4}"/>
          </ac:spMkLst>
        </pc:spChg>
        <pc:spChg chg="add del mod">
          <ac:chgData name="Malone, Christopher J" userId="69e81cbf-41c9-4f8b-a933-300291a86c21" providerId="ADAL" clId="{7B95B912-3265-4FB3-B026-F63E54857DE4}" dt="2026-07-11T10:32:35.631" v="571" actId="478"/>
          <ac:spMkLst>
            <pc:docMk/>
            <pc:sldMk cId="2606401296" sldId="257"/>
            <ac:spMk id="23" creationId="{BC655E64-02AF-D55D-1ACC-56C9A93D064D}"/>
          </ac:spMkLst>
        </pc:spChg>
        <pc:picChg chg="del">
          <ac:chgData name="Malone, Christopher J" userId="69e81cbf-41c9-4f8b-a933-300291a86c21" providerId="ADAL" clId="{7B95B912-3265-4FB3-B026-F63E54857DE4}" dt="2026-07-11T10:32:27.860" v="568" actId="478"/>
          <ac:picMkLst>
            <pc:docMk/>
            <pc:sldMk cId="2606401296" sldId="257"/>
            <ac:picMk id="6" creationId="{5D27768F-E9D2-729D-9D70-F9A5D9E952B9}"/>
          </ac:picMkLst>
        </pc:picChg>
        <pc:picChg chg="del">
          <ac:chgData name="Malone, Christopher J" userId="69e81cbf-41c9-4f8b-a933-300291a86c21" providerId="ADAL" clId="{7B95B912-3265-4FB3-B026-F63E54857DE4}" dt="2026-07-11T10:15:22.403" v="4" actId="478"/>
          <ac:picMkLst>
            <pc:docMk/>
            <pc:sldMk cId="2606401296" sldId="257"/>
            <ac:picMk id="10" creationId="{76009E26-3BE2-F9E1-D7DF-B5A9A4AA6D36}"/>
          </ac:picMkLst>
        </pc:picChg>
        <pc:picChg chg="del">
          <ac:chgData name="Malone, Christopher J" userId="69e81cbf-41c9-4f8b-a933-300291a86c21" providerId="ADAL" clId="{7B95B912-3265-4FB3-B026-F63E54857DE4}" dt="2026-07-11T10:15:23.862" v="5" actId="478"/>
          <ac:picMkLst>
            <pc:docMk/>
            <pc:sldMk cId="2606401296" sldId="257"/>
            <ac:picMk id="12" creationId="{77C65D2B-54B1-EBCC-2289-4BFC85859610}"/>
          </ac:picMkLst>
        </pc:picChg>
        <pc:picChg chg="add mod">
          <ac:chgData name="Malone, Christopher J" userId="69e81cbf-41c9-4f8b-a933-300291a86c21" providerId="ADAL" clId="{7B95B912-3265-4FB3-B026-F63E54857DE4}" dt="2026-07-11T10:25:11.507" v="529" actId="1038"/>
          <ac:picMkLst>
            <pc:docMk/>
            <pc:sldMk cId="2606401296" sldId="257"/>
            <ac:picMk id="13" creationId="{CC178F1F-DE71-2856-A8D5-F2B1F049F97D}"/>
          </ac:picMkLst>
        </pc:picChg>
        <pc:picChg chg="add mod">
          <ac:chgData name="Malone, Christopher J" userId="69e81cbf-41c9-4f8b-a933-300291a86c21" providerId="ADAL" clId="{7B95B912-3265-4FB3-B026-F63E54857DE4}" dt="2026-07-11T10:23:35.260" v="445" actId="1038"/>
          <ac:picMkLst>
            <pc:docMk/>
            <pc:sldMk cId="2606401296" sldId="257"/>
            <ac:picMk id="14" creationId="{C12CD3F3-9136-17EF-696F-D08268C66E76}"/>
          </ac:picMkLst>
        </pc:picChg>
        <pc:picChg chg="add mod">
          <ac:chgData name="Malone, Christopher J" userId="69e81cbf-41c9-4f8b-a933-300291a86c21" providerId="ADAL" clId="{7B95B912-3265-4FB3-B026-F63E54857DE4}" dt="2026-07-11T10:25:18.102" v="534" actId="1036"/>
          <ac:picMkLst>
            <pc:docMk/>
            <pc:sldMk cId="2606401296" sldId="257"/>
            <ac:picMk id="16" creationId="{34AAD961-08F3-6918-907C-BD7542E1EA3F}"/>
          </ac:picMkLst>
        </pc:picChg>
        <pc:picChg chg="add mod">
          <ac:chgData name="Malone, Christopher J" userId="69e81cbf-41c9-4f8b-a933-300291a86c21" providerId="ADAL" clId="{7B95B912-3265-4FB3-B026-F63E54857DE4}" dt="2026-07-11T10:33:54.252" v="599" actId="1037"/>
          <ac:picMkLst>
            <pc:docMk/>
            <pc:sldMk cId="2606401296" sldId="257"/>
            <ac:picMk id="25" creationId="{21F84015-A448-545C-C84C-745B8F56E24B}"/>
          </ac:picMkLst>
        </pc:picChg>
      </pc:sldChg>
      <pc:sldChg chg="del">
        <pc:chgData name="Malone, Christopher J" userId="69e81cbf-41c9-4f8b-a933-300291a86c21" providerId="ADAL" clId="{7B95B912-3265-4FB3-B026-F63E54857DE4}" dt="2026-07-11T10:20:38.924" v="217" actId="47"/>
        <pc:sldMkLst>
          <pc:docMk/>
          <pc:sldMk cId="464083715" sldId="258"/>
        </pc:sldMkLst>
      </pc:sldChg>
      <pc:sldChg chg="addSp delSp modSp new mod">
        <pc:chgData name="Malone, Christopher J" userId="69e81cbf-41c9-4f8b-a933-300291a86c21" providerId="ADAL" clId="{7B95B912-3265-4FB3-B026-F63E54857DE4}" dt="2026-07-11T10:42:27.491" v="1025" actId="1035"/>
        <pc:sldMkLst>
          <pc:docMk/>
          <pc:sldMk cId="2099014064" sldId="258"/>
        </pc:sldMkLst>
        <pc:spChg chg="mod">
          <ac:chgData name="Malone, Christopher J" userId="69e81cbf-41c9-4f8b-a933-300291a86c21" providerId="ADAL" clId="{7B95B912-3265-4FB3-B026-F63E54857DE4}" dt="2026-07-11T10:39:09.665" v="823" actId="255"/>
          <ac:spMkLst>
            <pc:docMk/>
            <pc:sldMk cId="2099014064" sldId="258"/>
            <ac:spMk id="2" creationId="{7FA64CDA-ABE1-E896-7F0F-EFCC2082E637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4" creationId="{CDC0FC42-1C97-60EC-8FF4-BCAA8C8DBF41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6" creationId="{CE9AFA8D-E5FF-1681-42CD-987A7D288C90}"/>
          </ac:spMkLst>
        </pc:spChg>
        <pc:spChg chg="mod">
          <ac:chgData name="Malone, Christopher J" userId="69e81cbf-41c9-4f8b-a933-300291a86c21" providerId="ADAL" clId="{7B95B912-3265-4FB3-B026-F63E54857DE4}" dt="2026-07-11T10:36:50.200" v="769" actId="14100"/>
          <ac:spMkLst>
            <pc:docMk/>
            <pc:sldMk cId="2099014064" sldId="258"/>
            <ac:spMk id="15" creationId="{B2B58DAE-AE87-05D1-8D08-6198A1B8D073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17" creationId="{F8D12AC3-66AE-5F84-A4B6-D6B9F04ADE45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18" creationId="{42859CF6-2E2A-68EE-5BDC-59B4708F032B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24" creationId="{86277BA8-5C3A-3D1B-21FF-B60F2E69F1B7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28" creationId="{E236C32B-F8F1-4093-A3A4-CEC50E18DBA6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32" creationId="{DCE5C1B6-2E01-3C7B-C6D3-0CAB7BDF2DDE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33" creationId="{8A3AF5B0-241A-BE3C-CE7C-830D7F233AF0}"/>
          </ac:spMkLst>
        </pc:spChg>
        <pc:spChg chg="mod">
          <ac:chgData name="Malone, Christopher J" userId="69e81cbf-41c9-4f8b-a933-300291a86c21" providerId="ADAL" clId="{7B95B912-3265-4FB3-B026-F63E54857DE4}" dt="2026-07-11T10:35:59.067" v="688"/>
          <ac:spMkLst>
            <pc:docMk/>
            <pc:sldMk cId="2099014064" sldId="258"/>
            <ac:spMk id="34" creationId="{80ECDFA0-3DF3-6FAE-171C-BACEBDC702EE}"/>
          </ac:spMkLst>
        </pc:spChg>
        <pc:spChg chg="add mod">
          <ac:chgData name="Malone, Christopher J" userId="69e81cbf-41c9-4f8b-a933-300291a86c21" providerId="ADAL" clId="{7B95B912-3265-4FB3-B026-F63E54857DE4}" dt="2026-07-11T10:42:27.491" v="1025" actId="1035"/>
          <ac:spMkLst>
            <pc:docMk/>
            <pc:sldMk cId="2099014064" sldId="258"/>
            <ac:spMk id="38" creationId="{78437136-48BC-36AE-84D3-3B4463492391}"/>
          </ac:spMkLst>
        </pc:spChg>
        <pc:grpChg chg="del mod">
          <ac:chgData name="Malone, Christopher J" userId="69e81cbf-41c9-4f8b-a933-300291a86c21" providerId="ADAL" clId="{7B95B912-3265-4FB3-B026-F63E54857DE4}" dt="2026-07-11T10:37:54.232" v="772" actId="478"/>
          <ac:grpSpMkLst>
            <pc:docMk/>
            <pc:sldMk cId="2099014064" sldId="258"/>
            <ac:grpSpMk id="3" creationId="{219907FA-790F-67D1-DB60-98A81CEF6C04}"/>
          </ac:grpSpMkLst>
        </pc:grpChg>
        <pc:grpChg chg="del mod">
          <ac:chgData name="Malone, Christopher J" userId="69e81cbf-41c9-4f8b-a933-300291a86c21" providerId="ADAL" clId="{7B95B912-3265-4FB3-B026-F63E54857DE4}" dt="2026-07-11T10:37:59.300" v="773" actId="478"/>
          <ac:grpSpMkLst>
            <pc:docMk/>
            <pc:sldMk cId="2099014064" sldId="258"/>
            <ac:grpSpMk id="14" creationId="{3102E1EC-6703-96A9-813B-3308271795D4}"/>
          </ac:grpSpMkLst>
        </pc:grpChg>
        <pc:grpChg chg="del mod">
          <ac:chgData name="Malone, Christopher J" userId="69e81cbf-41c9-4f8b-a933-300291a86c21" providerId="ADAL" clId="{7B95B912-3265-4FB3-B026-F63E54857DE4}" dt="2026-07-11T10:38:02.263" v="774" actId="478"/>
          <ac:grpSpMkLst>
            <pc:docMk/>
            <pc:sldMk cId="2099014064" sldId="258"/>
            <ac:grpSpMk id="21" creationId="{0CF801AD-BB31-8F3C-57EB-071F1C78EC0D}"/>
          </ac:grpSpMkLst>
        </pc:grpChg>
        <pc:picChg chg="add mod">
          <ac:chgData name="Malone, Christopher J" userId="69e81cbf-41c9-4f8b-a933-300291a86c21" providerId="ADAL" clId="{7B95B912-3265-4FB3-B026-F63E54857DE4}" dt="2026-07-11T10:42:27.491" v="1025" actId="1035"/>
          <ac:picMkLst>
            <pc:docMk/>
            <pc:sldMk cId="2099014064" sldId="258"/>
            <ac:picMk id="37" creationId="{FC7293CD-ED56-3CD4-4213-12C003392E15}"/>
          </ac:picMkLst>
        </pc:picChg>
        <pc:cxnChg chg="mod">
          <ac:chgData name="Malone, Christopher J" userId="69e81cbf-41c9-4f8b-a933-300291a86c21" providerId="ADAL" clId="{7B95B912-3265-4FB3-B026-F63E54857DE4}" dt="2026-07-11T10:37:54.232" v="772" actId="478"/>
          <ac:cxnSpMkLst>
            <pc:docMk/>
            <pc:sldMk cId="2099014064" sldId="258"/>
            <ac:cxnSpMk id="11" creationId="{746C08A7-D31E-5C39-BB68-667AB5A1EAFD}"/>
          </ac:cxnSpMkLst>
        </pc:cxnChg>
        <pc:cxnChg chg="mod">
          <ac:chgData name="Malone, Christopher J" userId="69e81cbf-41c9-4f8b-a933-300291a86c21" providerId="ADAL" clId="{7B95B912-3265-4FB3-B026-F63E54857DE4}" dt="2026-07-11T10:37:54.232" v="772" actId="478"/>
          <ac:cxnSpMkLst>
            <pc:docMk/>
            <pc:sldMk cId="2099014064" sldId="258"/>
            <ac:cxnSpMk id="12" creationId="{4E91B3DE-8E0F-E0AB-7194-9070E2BEBC58}"/>
          </ac:cxnSpMkLst>
        </pc:cxnChg>
        <pc:cxnChg chg="mod">
          <ac:chgData name="Malone, Christopher J" userId="69e81cbf-41c9-4f8b-a933-300291a86c21" providerId="ADAL" clId="{7B95B912-3265-4FB3-B026-F63E54857DE4}" dt="2026-07-11T10:37:54.232" v="772" actId="478"/>
          <ac:cxnSpMkLst>
            <pc:docMk/>
            <pc:sldMk cId="2099014064" sldId="258"/>
            <ac:cxnSpMk id="13" creationId="{DEB3E6C7-80E1-0346-E896-67B8EFC0B332}"/>
          </ac:cxnSpMkLst>
        </pc:cxnChg>
        <pc:cxnChg chg="mod">
          <ac:chgData name="Malone, Christopher J" userId="69e81cbf-41c9-4f8b-a933-300291a86c21" providerId="ADAL" clId="{7B95B912-3265-4FB3-B026-F63E54857DE4}" dt="2026-07-11T10:37:59.300" v="773" actId="478"/>
          <ac:cxnSpMkLst>
            <pc:docMk/>
            <pc:sldMk cId="2099014064" sldId="258"/>
            <ac:cxnSpMk id="20" creationId="{EFB1F278-59D8-1C30-A522-234F2883BCFD}"/>
          </ac:cxnSpMkLst>
        </pc:cxnChg>
        <pc:cxnChg chg="mod">
          <ac:chgData name="Malone, Christopher J" userId="69e81cbf-41c9-4f8b-a933-300291a86c21" providerId="ADAL" clId="{7B95B912-3265-4FB3-B026-F63E54857DE4}" dt="2026-07-11T10:38:02.263" v="774" actId="478"/>
          <ac:cxnSpMkLst>
            <pc:docMk/>
            <pc:sldMk cId="2099014064" sldId="258"/>
            <ac:cxnSpMk id="22" creationId="{100BEF49-93E8-BF55-85CE-4836701F308B}"/>
          </ac:cxnSpMkLst>
        </pc:cxnChg>
        <pc:cxnChg chg="mod">
          <ac:chgData name="Malone, Christopher J" userId="69e81cbf-41c9-4f8b-a933-300291a86c21" providerId="ADAL" clId="{7B95B912-3265-4FB3-B026-F63E54857DE4}" dt="2026-07-11T10:38:02.263" v="774" actId="478"/>
          <ac:cxnSpMkLst>
            <pc:docMk/>
            <pc:sldMk cId="2099014064" sldId="258"/>
            <ac:cxnSpMk id="30" creationId="{7FB59109-0A9F-06C2-1CDF-7BC7E60794C8}"/>
          </ac:cxnSpMkLst>
        </pc:cxnChg>
        <pc:cxnChg chg="mod">
          <ac:chgData name="Malone, Christopher J" userId="69e81cbf-41c9-4f8b-a933-300291a86c21" providerId="ADAL" clId="{7B95B912-3265-4FB3-B026-F63E54857DE4}" dt="2026-07-11T10:38:02.263" v="774" actId="478"/>
          <ac:cxnSpMkLst>
            <pc:docMk/>
            <pc:sldMk cId="2099014064" sldId="258"/>
            <ac:cxnSpMk id="31" creationId="{C7662EB7-0000-5D50-2A79-16235E8CDB56}"/>
          </ac:cxnSpMkLst>
        </pc:cxnChg>
        <pc:cxnChg chg="mod">
          <ac:chgData name="Malone, Christopher J" userId="69e81cbf-41c9-4f8b-a933-300291a86c21" providerId="ADAL" clId="{7B95B912-3265-4FB3-B026-F63E54857DE4}" dt="2026-07-11T10:38:02.263" v="774" actId="478"/>
          <ac:cxnSpMkLst>
            <pc:docMk/>
            <pc:sldMk cId="2099014064" sldId="258"/>
            <ac:cxnSpMk id="35" creationId="{21D82364-A245-2C1D-24F3-2D5ED9AC1263}"/>
          </ac:cxnSpMkLst>
        </pc:cxnChg>
      </pc:sldChg>
      <pc:sldChg chg="delSp add mod ord">
        <pc:chgData name="Malone, Christopher J" userId="69e81cbf-41c9-4f8b-a933-300291a86c21" providerId="ADAL" clId="{7B95B912-3265-4FB3-B026-F63E54857DE4}" dt="2026-07-11T10:41:05.871" v="955"/>
        <pc:sldMkLst>
          <pc:docMk/>
          <pc:sldMk cId="525943124" sldId="259"/>
        </pc:sldMkLst>
        <pc:spChg chg="del">
          <ac:chgData name="Malone, Christopher J" userId="69e81cbf-41c9-4f8b-a933-300291a86c21" providerId="ADAL" clId="{7B95B912-3265-4FB3-B026-F63E54857DE4}" dt="2026-07-11T10:40:56.016" v="953" actId="478"/>
          <ac:spMkLst>
            <pc:docMk/>
            <pc:sldMk cId="525943124" sldId="259"/>
            <ac:spMk id="38" creationId="{E43077A6-DBE2-1D11-EA40-9B2322736F8F}"/>
          </ac:spMkLst>
        </pc:spChg>
      </pc:sldChg>
      <pc:sldChg chg="addSp modSp new mod">
        <pc:chgData name="Malone, Christopher J" userId="69e81cbf-41c9-4f8b-a933-300291a86c21" providerId="ADAL" clId="{7B95B912-3265-4FB3-B026-F63E54857DE4}" dt="2026-07-11T10:57:20.856" v="2149" actId="15"/>
        <pc:sldMkLst>
          <pc:docMk/>
          <pc:sldMk cId="2571068671" sldId="260"/>
        </pc:sldMkLst>
        <pc:spChg chg="add mod">
          <ac:chgData name="Malone, Christopher J" userId="69e81cbf-41c9-4f8b-a933-300291a86c21" providerId="ADAL" clId="{7B95B912-3265-4FB3-B026-F63E54857DE4}" dt="2026-07-11T10:57:20.856" v="2149" actId="15"/>
          <ac:spMkLst>
            <pc:docMk/>
            <pc:sldMk cId="2571068671" sldId="260"/>
            <ac:spMk id="2" creationId="{4C634E38-E78E-7CB0-A8A0-22DF89BD30B3}"/>
          </ac:spMkLst>
        </pc:spChg>
      </pc:sldChg>
      <pc:sldChg chg="modSp add mod">
        <pc:chgData name="Malone, Christopher J" userId="69e81cbf-41c9-4f8b-a933-300291a86c21" providerId="ADAL" clId="{7B95B912-3265-4FB3-B026-F63E54857DE4}" dt="2026-07-11T11:07:28.391" v="2285" actId="20577"/>
        <pc:sldMkLst>
          <pc:docMk/>
          <pc:sldMk cId="4185355488" sldId="261"/>
        </pc:sldMkLst>
        <pc:spChg chg="mod">
          <ac:chgData name="Malone, Christopher J" userId="69e81cbf-41c9-4f8b-a933-300291a86c21" providerId="ADAL" clId="{7B95B912-3265-4FB3-B026-F63E54857DE4}" dt="2026-07-11T11:07:28.391" v="2285" actId="20577"/>
          <ac:spMkLst>
            <pc:docMk/>
            <pc:sldMk cId="4185355488" sldId="261"/>
            <ac:spMk id="2" creationId="{4AB806E0-8849-C60F-6495-FD6855699F70}"/>
          </ac:spMkLst>
        </pc:spChg>
      </pc:sldChg>
      <pc:sldChg chg="addSp delSp modSp add mod ord">
        <pc:chgData name="Malone, Christopher J" userId="69e81cbf-41c9-4f8b-a933-300291a86c21" providerId="ADAL" clId="{7B95B912-3265-4FB3-B026-F63E54857DE4}" dt="2026-07-11T11:06:33.757" v="2284" actId="114"/>
        <pc:sldMkLst>
          <pc:docMk/>
          <pc:sldMk cId="2637611991" sldId="262"/>
        </pc:sldMkLst>
        <pc:spChg chg="del mod">
          <ac:chgData name="Malone, Christopher J" userId="69e81cbf-41c9-4f8b-a933-300291a86c21" providerId="ADAL" clId="{7B95B912-3265-4FB3-B026-F63E54857DE4}" dt="2026-07-11T10:59:37.271" v="2201"/>
          <ac:spMkLst>
            <pc:docMk/>
            <pc:sldMk cId="2637611991" sldId="262"/>
            <ac:spMk id="3" creationId="{1A99AD0B-8305-C8A9-8FA1-4057E2AAD91C}"/>
          </ac:spMkLst>
        </pc:spChg>
        <pc:spChg chg="del">
          <ac:chgData name="Malone, Christopher J" userId="69e81cbf-41c9-4f8b-a933-300291a86c21" providerId="ADAL" clId="{7B95B912-3265-4FB3-B026-F63E54857DE4}" dt="2026-07-11T10:59:30.765" v="2197" actId="478"/>
          <ac:spMkLst>
            <pc:docMk/>
            <pc:sldMk cId="2637611991" sldId="262"/>
            <ac:spMk id="4" creationId="{87259A3B-7DBF-23E2-244B-599E07B570CC}"/>
          </ac:spMkLst>
        </pc:spChg>
        <pc:spChg chg="add mod">
          <ac:chgData name="Malone, Christopher J" userId="69e81cbf-41c9-4f8b-a933-300291a86c21" providerId="ADAL" clId="{7B95B912-3265-4FB3-B026-F63E54857DE4}" dt="2026-07-11T11:06:33.757" v="2284" actId="114"/>
          <ac:spMkLst>
            <pc:docMk/>
            <pc:sldMk cId="2637611991" sldId="262"/>
            <ac:spMk id="5" creationId="{EE1C1DAD-2099-B99D-B3D9-0C6FF4F82DC7}"/>
          </ac:spMkLst>
        </pc:spChg>
        <pc:spChg chg="del">
          <ac:chgData name="Malone, Christopher J" userId="69e81cbf-41c9-4f8b-a933-300291a86c21" providerId="ADAL" clId="{7B95B912-3265-4FB3-B026-F63E54857DE4}" dt="2026-07-11T10:59:37.270" v="2199" actId="478"/>
          <ac:spMkLst>
            <pc:docMk/>
            <pc:sldMk cId="2637611991" sldId="262"/>
            <ac:spMk id="7" creationId="{67B6612D-2954-6B34-E797-78A4559D0F18}"/>
          </ac:spMkLst>
        </pc:spChg>
        <pc:spChg chg="mod">
          <ac:chgData name="Malone, Christopher J" userId="69e81cbf-41c9-4f8b-a933-300291a86c21" providerId="ADAL" clId="{7B95B912-3265-4FB3-B026-F63E54857DE4}" dt="2026-07-11T10:59:48.652" v="2226" actId="1036"/>
          <ac:spMkLst>
            <pc:docMk/>
            <pc:sldMk cId="2637611991" sldId="262"/>
            <ac:spMk id="17" creationId="{D47AFDBE-B686-5993-4676-9FBE76878F65}"/>
          </ac:spMkLst>
        </pc:spChg>
        <pc:spChg chg="mod">
          <ac:chgData name="Malone, Christopher J" userId="69e81cbf-41c9-4f8b-a933-300291a86c21" providerId="ADAL" clId="{7B95B912-3265-4FB3-B026-F63E54857DE4}" dt="2026-07-11T10:59:48.652" v="2226" actId="1036"/>
          <ac:spMkLst>
            <pc:docMk/>
            <pc:sldMk cId="2637611991" sldId="262"/>
            <ac:spMk id="19" creationId="{E1789168-8F48-FEF4-DFC1-92788E4BC5A7}"/>
          </ac:spMkLst>
        </pc:spChg>
        <pc:spChg chg="mod">
          <ac:chgData name="Malone, Christopher J" userId="69e81cbf-41c9-4f8b-a933-300291a86c21" providerId="ADAL" clId="{7B95B912-3265-4FB3-B026-F63E54857DE4}" dt="2026-07-11T10:59:48.652" v="2226" actId="1036"/>
          <ac:spMkLst>
            <pc:docMk/>
            <pc:sldMk cId="2637611991" sldId="262"/>
            <ac:spMk id="21" creationId="{4644AE2A-D29B-8E3C-8C31-BFC33C0F2074}"/>
          </ac:spMkLst>
        </pc:spChg>
        <pc:picChg chg="mod">
          <ac:chgData name="Malone, Christopher J" userId="69e81cbf-41c9-4f8b-a933-300291a86c21" providerId="ADAL" clId="{7B95B912-3265-4FB3-B026-F63E54857DE4}" dt="2026-07-11T10:59:48.652" v="2226" actId="1036"/>
          <ac:picMkLst>
            <pc:docMk/>
            <pc:sldMk cId="2637611991" sldId="262"/>
            <ac:picMk id="13" creationId="{D7A84195-25A8-6E5F-E268-83836BDE3DED}"/>
          </ac:picMkLst>
        </pc:picChg>
        <pc:picChg chg="mod">
          <ac:chgData name="Malone, Christopher J" userId="69e81cbf-41c9-4f8b-a933-300291a86c21" providerId="ADAL" clId="{7B95B912-3265-4FB3-B026-F63E54857DE4}" dt="2026-07-11T10:59:48.652" v="2226" actId="1036"/>
          <ac:picMkLst>
            <pc:docMk/>
            <pc:sldMk cId="2637611991" sldId="262"/>
            <ac:picMk id="14" creationId="{0F429ABC-DD38-05D7-FD6D-5260E62A3BB7}"/>
          </ac:picMkLst>
        </pc:picChg>
        <pc:picChg chg="mod">
          <ac:chgData name="Malone, Christopher J" userId="69e81cbf-41c9-4f8b-a933-300291a86c21" providerId="ADAL" clId="{7B95B912-3265-4FB3-B026-F63E54857DE4}" dt="2026-07-11T10:59:48.652" v="2226" actId="1036"/>
          <ac:picMkLst>
            <pc:docMk/>
            <pc:sldMk cId="2637611991" sldId="262"/>
            <ac:picMk id="16" creationId="{0DE22761-0966-FCB9-7C48-04FE58536B2C}"/>
          </ac:picMkLst>
        </pc:picChg>
        <pc:picChg chg="del">
          <ac:chgData name="Malone, Christopher J" userId="69e81cbf-41c9-4f8b-a933-300291a86c21" providerId="ADAL" clId="{7B95B912-3265-4FB3-B026-F63E54857DE4}" dt="2026-07-11T10:59:27.843" v="2196" actId="478"/>
          <ac:picMkLst>
            <pc:docMk/>
            <pc:sldMk cId="2637611991" sldId="262"/>
            <ac:picMk id="25" creationId="{39681227-F618-7345-F6ED-13810F255FD4}"/>
          </ac:picMkLst>
        </pc:picChg>
      </pc:sldChg>
      <pc:sldChg chg="add ord">
        <pc:chgData name="Malone, Christopher J" userId="69e81cbf-41c9-4f8b-a933-300291a86c21" providerId="ADAL" clId="{7B95B912-3265-4FB3-B026-F63E54857DE4}" dt="2026-07-11T13:21:43.410" v="2288"/>
        <pc:sldMkLst>
          <pc:docMk/>
          <pc:sldMk cId="1452214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FF6B-AC77-C353-B178-200A624AC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F1E3E-CA29-997A-3FC3-CF6024513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D5FC-45F9-6D5E-4C3A-2F3419FE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3AE33-1130-EE14-BE1B-0B2338CB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2FA98-AECC-D0C6-032A-9FE5CC55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0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919E-91EC-17DE-2CEC-64A1F6B0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0ADE-69BF-F931-0FF4-05FBB4E39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A4D24-2A17-0E31-0263-EAAF2C940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DA94C-4EBA-931A-D3AA-5360AC47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DF405-EB8A-794A-226A-418AE1EB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5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35F7-3F7D-B16D-414B-F2DACBE8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3FAF1-180F-16A2-2960-8215BC8B2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EE55E-A03C-8DE1-066B-F86743B8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E9869-FD53-0964-DF82-EF1D9C15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F87E2-EC35-0376-7C12-948F1DF0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1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E3FB-9431-371E-E170-2437D111D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E5E74-1B17-CC23-24AE-AED072D1F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7E9F4-FA3D-95A7-9DD3-73D70F50D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EE2CC-E785-89C5-8AFD-ADE6153D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5E148-445E-1C11-1A8E-C34309850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1136D-DC0A-DE73-82AC-F9022E81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5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F18A-AD81-F2A5-C6E9-CE675F6A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7F247-D027-36C4-2591-FC3088E95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96666-7463-0341-A162-1623808DC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07F25-05C7-63C3-B061-CBE13FD70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90F0D-7507-7547-5D6B-8DE7B151A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9C6B8-BCBE-974A-5058-A58897FC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AA8F1-3B7A-1528-5528-7BD3BC5A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EB1AD-F9A2-C5D3-C6EC-C46EC0DF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3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DF6F-FF92-9911-68E0-191F0939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2C778-6264-659A-7CA9-46D17CAB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852FB-F5B5-3E0F-7393-8935938D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C41ED-BE2C-7686-5124-243FA948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6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A4D157-F4B2-3A02-2F1F-AB5DE1B60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F1720-11F3-3D99-2811-E31E9748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CDA-BC5E-A56E-C098-C4BBD9D9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E6DA-2917-33F8-E60F-4C9ED679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4E554-50CE-9722-236E-46E774E9E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24AAD-E960-5BA4-CBFC-0DDFDED3B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F99D2-7664-4DE4-014D-674DBD14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DBBB3-4DD2-C092-E9F1-045F5D8C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B244F-71E5-E1AC-F923-FC720F76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0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3FE8-B04A-C0BF-1D5F-CA1DDD43E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D99B24-ABB6-CE79-B269-3FE337E6E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092D4-A178-55C1-4BF3-AFD7D44E8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64056-69C9-EA26-0F0E-52764BBE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B2A46-668E-A8E9-80E6-E66D0F8A6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A4E20-E4AC-3BB4-3ABC-C54B5C22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6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64D2-619E-F989-9D45-30E916D6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135D8-551B-A7B3-87E5-5F3C4BA66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997B5-6FE9-31CD-A67C-0EB1297F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20672-E176-6E11-A6AC-8845A7AA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26D60-06E3-008C-B298-3513FCEC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3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96BC0-89B5-F0FF-B692-5C330B2F9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A1BF5-E05B-9852-45F9-3D9A21444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6FE9F-3566-E7BB-22BE-1BE4B6C1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19A4-F7AC-D4CF-831E-3656417F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A51C6-817D-C8F4-410B-187E626C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2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B6A66F-EA58-1CDC-92CC-13DFEDBA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8FEFA-F691-8733-320B-FDA797515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278E-4335-3170-76FC-E65E08F92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23D43-0BF8-4209-BED1-08B6ED9B843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69E72-2176-C910-0EBE-96CA03FD8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E6E1-54BF-C24D-4B9C-1A5B298D5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8EB91-EB02-4E5D-979E-7865E978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2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horturl.at/FrjId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horturl.at/FrjId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4BC2-EABB-020D-EA1D-8978515ECD32}"/>
              </a:ext>
            </a:extLst>
          </p:cNvPr>
          <p:cNvSpPr txBox="1">
            <a:spLocks/>
          </p:cNvSpPr>
          <p:nvPr/>
        </p:nvSpPr>
        <p:spPr>
          <a:xfrm>
            <a:off x="697077" y="353386"/>
            <a:ext cx="10797844" cy="17411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400" b="1" dirty="0"/>
              <a:t>ICOTS Workshop #8 – July 2026</a:t>
            </a:r>
          </a:p>
          <a:p>
            <a:pPr algn="ctr"/>
            <a:r>
              <a:rPr lang="en-AU" sz="3600" b="1" dirty="0"/>
              <a:t>From Design to Code – A Gentle Introduction to Data Science Programming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ED6D2-5DC2-8038-EFD5-6F5EB7F9F4F9}"/>
              </a:ext>
            </a:extLst>
          </p:cNvPr>
          <p:cNvSpPr txBox="1"/>
          <p:nvPr/>
        </p:nvSpPr>
        <p:spPr>
          <a:xfrm>
            <a:off x="3794542" y="5237488"/>
            <a:ext cx="4602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Department of Mathematics &amp; Statistics</a:t>
            </a:r>
          </a:p>
          <a:p>
            <a:pPr algn="ctr"/>
            <a:r>
              <a:rPr lang="en-US" sz="2000" dirty="0"/>
              <a:t>Winona State University</a:t>
            </a:r>
          </a:p>
          <a:p>
            <a:pPr algn="ctr"/>
            <a:r>
              <a:rPr lang="en-US" sz="2000" dirty="0"/>
              <a:t>Winona, MN. USA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159C7-673A-0498-DCF8-C9BCA70F688D}"/>
              </a:ext>
            </a:extLst>
          </p:cNvPr>
          <p:cNvSpPr txBox="1"/>
          <p:nvPr/>
        </p:nvSpPr>
        <p:spPr>
          <a:xfrm>
            <a:off x="10297458" y="4307782"/>
            <a:ext cx="1511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GitHub repo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15DE3-FDE8-C7DA-2D51-0289528E1767}"/>
              </a:ext>
            </a:extLst>
          </p:cNvPr>
          <p:cNvSpPr txBox="1"/>
          <p:nvPr/>
        </p:nvSpPr>
        <p:spPr>
          <a:xfrm>
            <a:off x="154753" y="6339623"/>
            <a:ext cx="405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GitHub repo: </a:t>
            </a:r>
            <a:r>
              <a:rPr lang="en-US" dirty="0">
                <a:hlinkClick r:id="rId2"/>
              </a:rPr>
              <a:t>https://shorturl.at/FrjId</a:t>
            </a:r>
            <a:r>
              <a:rPr lang="en-US" dirty="0"/>
              <a:t> </a:t>
            </a:r>
          </a:p>
        </p:txBody>
      </p:sp>
      <p:pic>
        <p:nvPicPr>
          <p:cNvPr id="13" name="Picture 12" descr="MUDAC founder Chris Malone inducted as Fellow of the American Statistical  Institute – MinneAnalytics">
            <a:extLst>
              <a:ext uri="{FF2B5EF4-FFF2-40B4-BE49-F238E27FC236}">
                <a16:creationId xmlns:a16="http://schemas.microsoft.com/office/drawing/2014/main" id="{CC178F1F-DE71-2856-A8D5-F2B1F049F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009" y="1992925"/>
            <a:ext cx="1922997" cy="2345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2CD3F3-9136-17EF-696F-D08268C66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428" y="2043963"/>
            <a:ext cx="2312267" cy="2326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AAD961-08F3-6918-907C-BD7542E1E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957" y="2041052"/>
            <a:ext cx="1962230" cy="22742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3FC799-0167-5C72-334A-6FC269320431}"/>
              </a:ext>
            </a:extLst>
          </p:cNvPr>
          <p:cNvSpPr txBox="1"/>
          <p:nvPr/>
        </p:nvSpPr>
        <p:spPr>
          <a:xfrm>
            <a:off x="1315688" y="4351392"/>
            <a:ext cx="2589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Todd Iverson</a:t>
            </a:r>
          </a:p>
          <a:p>
            <a:pPr algn="ctr"/>
            <a:r>
              <a:rPr lang="en-US" sz="2000" dirty="0"/>
              <a:t>tiverson@winona.edu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2E985F-69FF-F668-3602-8B50D6FC13D8}"/>
              </a:ext>
            </a:extLst>
          </p:cNvPr>
          <p:cNvSpPr txBox="1"/>
          <p:nvPr/>
        </p:nvSpPr>
        <p:spPr>
          <a:xfrm>
            <a:off x="4209421" y="4299256"/>
            <a:ext cx="26791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Chris Malone</a:t>
            </a:r>
          </a:p>
          <a:p>
            <a:pPr algn="ctr"/>
            <a:r>
              <a:rPr lang="en-US" sz="2000" dirty="0"/>
              <a:t>cmalone@winona.edu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DC787C-9BDD-2DCE-DE3E-F811972FDEF4}"/>
              </a:ext>
            </a:extLst>
          </p:cNvPr>
          <p:cNvSpPr txBox="1"/>
          <p:nvPr/>
        </p:nvSpPr>
        <p:spPr>
          <a:xfrm>
            <a:off x="7163756" y="4271182"/>
            <a:ext cx="2439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April Kerby-Helm</a:t>
            </a:r>
          </a:p>
          <a:p>
            <a:pPr algn="ctr"/>
            <a:r>
              <a:rPr lang="en-US" sz="2000" dirty="0"/>
              <a:t>akerby@winona.edu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F84015-A448-545C-C84C-745B8F56E2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447" y="4625125"/>
            <a:ext cx="2083830" cy="208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40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5C641-7132-8320-D224-327C5C43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E687-1452-6723-7052-8FDB9152CBEB}"/>
              </a:ext>
            </a:extLst>
          </p:cNvPr>
          <p:cNvSpPr txBox="1">
            <a:spLocks/>
          </p:cNvSpPr>
          <p:nvPr/>
        </p:nvSpPr>
        <p:spPr>
          <a:xfrm>
            <a:off x="2152650" y="365127"/>
            <a:ext cx="7886700" cy="8122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Winona State Data Science</a:t>
            </a:r>
          </a:p>
          <a:p>
            <a:pPr algn="ctr"/>
            <a:r>
              <a:rPr lang="en-US" sz="3600" dirty="0"/>
              <a:t>Core Components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80AF4A8-444E-4867-84A0-AAFCF0C36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52" y="1606546"/>
            <a:ext cx="9662379" cy="412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4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64CDA-ABE1-E896-7F0F-EFCC2082E637}"/>
              </a:ext>
            </a:extLst>
          </p:cNvPr>
          <p:cNvSpPr txBox="1">
            <a:spLocks/>
          </p:cNvSpPr>
          <p:nvPr/>
        </p:nvSpPr>
        <p:spPr>
          <a:xfrm>
            <a:off x="2152650" y="365127"/>
            <a:ext cx="7886700" cy="8122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Winona State Data Science</a:t>
            </a:r>
          </a:p>
          <a:p>
            <a:pPr algn="ctr"/>
            <a:r>
              <a:rPr lang="en-US" sz="3600" dirty="0"/>
              <a:t>Core Components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C7293CD-ED56-3CD4-4213-12C003392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52" y="1670714"/>
            <a:ext cx="9662379" cy="412048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8437136-48BC-36AE-84D3-3B4463492391}"/>
              </a:ext>
            </a:extLst>
          </p:cNvPr>
          <p:cNvSpPr txBox="1"/>
          <p:nvPr/>
        </p:nvSpPr>
        <p:spPr>
          <a:xfrm>
            <a:off x="1475875" y="4491785"/>
            <a:ext cx="4042613" cy="1077218"/>
          </a:xfrm>
          <a:prstGeom prst="rect">
            <a:avLst/>
          </a:prstGeom>
          <a:solidFill>
            <a:srgbClr val="FFFF00"/>
          </a:solidFill>
          <a:ln>
            <a:solidFill>
              <a:srgbClr val="2A29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</a:rPr>
              <a:t>Strong emphasis management of data</a:t>
            </a:r>
          </a:p>
        </p:txBody>
      </p:sp>
    </p:spTree>
    <p:extLst>
      <p:ext uri="{BB962C8B-B14F-4D97-AF65-F5344CB8AC3E}">
        <p14:creationId xmlns:p14="http://schemas.microsoft.com/office/powerpoint/2010/main" val="209901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634E38-E78E-7CB0-A8A0-22DF89BD30B3}"/>
              </a:ext>
            </a:extLst>
          </p:cNvPr>
          <p:cNvSpPr txBox="1"/>
          <p:nvPr/>
        </p:nvSpPr>
        <p:spPr>
          <a:xfrm>
            <a:off x="609600" y="1074821"/>
            <a:ext cx="10956758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Workshop Goals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Introduce Tableau Prep</a:t>
            </a:r>
          </a:p>
          <a:p>
            <a:pPr lvl="2"/>
            <a:r>
              <a:rPr lang="en-US" sz="2800" dirty="0"/>
              <a:t>A low code software package used to introduce programming to data science majors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Introduce / practice the Code Design concept</a:t>
            </a:r>
          </a:p>
          <a:p>
            <a:pPr lvl="2"/>
            <a:r>
              <a:rPr lang="en-US" sz="2800" dirty="0"/>
              <a:t>Code design precludes the writing of code, used to develops a plan for your code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Emphasize the importance of developing </a:t>
            </a:r>
            <a:r>
              <a:rPr lang="en-US" sz="3600"/>
              <a:t>high-quality data </a:t>
            </a:r>
            <a:endParaRPr lang="en-US" sz="36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571500" indent="-571500">
              <a:buFontTx/>
              <a:buChar char="-"/>
            </a:pP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68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DC844-7228-7361-3F56-DBAE3AA5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806E0-8849-C60F-6495-FD6855699F70}"/>
              </a:ext>
            </a:extLst>
          </p:cNvPr>
          <p:cNvSpPr txBox="1"/>
          <p:nvPr/>
        </p:nvSpPr>
        <p:spPr>
          <a:xfrm>
            <a:off x="625642" y="946485"/>
            <a:ext cx="1095675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Workshop Timeline</a:t>
            </a:r>
            <a:br>
              <a:rPr lang="en-US" sz="4800" dirty="0"/>
            </a:br>
            <a:endParaRPr lang="en-US" sz="4800" dirty="0"/>
          </a:p>
          <a:p>
            <a:pPr marL="571500" indent="-571500">
              <a:buFontTx/>
              <a:buChar char="-"/>
            </a:pPr>
            <a:r>
              <a:rPr lang="en-AU" sz="3600" dirty="0"/>
              <a:t>9:00-10:30 – Session #1</a:t>
            </a:r>
            <a:endParaRPr lang="en-US" sz="3600" dirty="0"/>
          </a:p>
          <a:p>
            <a:pPr marL="571500" indent="-571500">
              <a:buFontTx/>
              <a:buChar char="-"/>
            </a:pPr>
            <a:r>
              <a:rPr lang="en-AU" sz="3600" dirty="0"/>
              <a:t>10:30-11:00 Morning tea</a:t>
            </a:r>
            <a:endParaRPr lang="en-US" sz="3600" dirty="0"/>
          </a:p>
          <a:p>
            <a:pPr marL="571500" indent="-571500">
              <a:buFontTx/>
              <a:buChar char="-"/>
            </a:pPr>
            <a:r>
              <a:rPr lang="en-AU" sz="3600" dirty="0"/>
              <a:t>11:00-12:30 – Session #2</a:t>
            </a:r>
            <a:endParaRPr lang="en-US" sz="3600" dirty="0"/>
          </a:p>
          <a:p>
            <a:pPr marL="571500" indent="-571500">
              <a:buFontTx/>
              <a:buChar char="-"/>
            </a:pPr>
            <a:r>
              <a:rPr lang="en-AU" sz="3600" dirty="0"/>
              <a:t>12:30-1:15 Lunch</a:t>
            </a:r>
            <a:endParaRPr lang="en-US" sz="3600" dirty="0"/>
          </a:p>
          <a:p>
            <a:pPr marL="571500" indent="-571500">
              <a:buFontTx/>
              <a:buChar char="-"/>
            </a:pPr>
            <a:r>
              <a:rPr lang="en-AU" sz="3600" dirty="0"/>
              <a:t>1:15 – 3:00 – Session #3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35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E7FC-0F38-7DF7-C932-B2578A243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CD44-E006-310E-245A-CA230A929E5F}"/>
              </a:ext>
            </a:extLst>
          </p:cNvPr>
          <p:cNvSpPr txBox="1">
            <a:spLocks/>
          </p:cNvSpPr>
          <p:nvPr/>
        </p:nvSpPr>
        <p:spPr>
          <a:xfrm>
            <a:off x="697077" y="353386"/>
            <a:ext cx="10797844" cy="17411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400" b="1" dirty="0"/>
              <a:t>ICOTS Workshop #8 – July 2026</a:t>
            </a:r>
          </a:p>
          <a:p>
            <a:pPr algn="ctr"/>
            <a:r>
              <a:rPr lang="en-AU" sz="3600" b="1" dirty="0"/>
              <a:t>From Design to Code – A Gentle Introduction to Data Science Programming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40ACA-2C21-A7B5-8D37-CCB514E54D4C}"/>
              </a:ext>
            </a:extLst>
          </p:cNvPr>
          <p:cNvSpPr txBox="1"/>
          <p:nvPr/>
        </p:nvSpPr>
        <p:spPr>
          <a:xfrm>
            <a:off x="3794542" y="5237488"/>
            <a:ext cx="4602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Department of Mathematics &amp; Statistics</a:t>
            </a:r>
          </a:p>
          <a:p>
            <a:pPr algn="ctr"/>
            <a:r>
              <a:rPr lang="en-US" sz="2000" dirty="0"/>
              <a:t>Winona State University</a:t>
            </a:r>
          </a:p>
          <a:p>
            <a:pPr algn="ctr"/>
            <a:r>
              <a:rPr lang="en-US" sz="2000" dirty="0"/>
              <a:t>Winona, MN. USA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A6C4D-A6EC-8DB7-28B1-64DB44066C90}"/>
              </a:ext>
            </a:extLst>
          </p:cNvPr>
          <p:cNvSpPr txBox="1"/>
          <p:nvPr/>
        </p:nvSpPr>
        <p:spPr>
          <a:xfrm>
            <a:off x="10297458" y="4307782"/>
            <a:ext cx="1511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GitHub repo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5A04B-3171-9B26-74DC-273AA76567F5}"/>
              </a:ext>
            </a:extLst>
          </p:cNvPr>
          <p:cNvSpPr txBox="1"/>
          <p:nvPr/>
        </p:nvSpPr>
        <p:spPr>
          <a:xfrm>
            <a:off x="154753" y="6339623"/>
            <a:ext cx="405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GitHub repo: </a:t>
            </a:r>
            <a:r>
              <a:rPr lang="en-US" dirty="0">
                <a:hlinkClick r:id="rId2"/>
              </a:rPr>
              <a:t>https://shorturl.at/FrjId</a:t>
            </a:r>
            <a:r>
              <a:rPr lang="en-US" dirty="0"/>
              <a:t> </a:t>
            </a:r>
          </a:p>
        </p:txBody>
      </p:sp>
      <p:pic>
        <p:nvPicPr>
          <p:cNvPr id="13" name="Picture 12" descr="MUDAC founder Chris Malone inducted as Fellow of the American Statistical  Institute – MinneAnalytics">
            <a:extLst>
              <a:ext uri="{FF2B5EF4-FFF2-40B4-BE49-F238E27FC236}">
                <a16:creationId xmlns:a16="http://schemas.microsoft.com/office/drawing/2014/main" id="{A6925D58-33A3-1569-78A1-A4FD8A659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009" y="1992925"/>
            <a:ext cx="1922997" cy="2345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9D0F52-5DDB-14D7-F30E-E75122A3B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428" y="2043963"/>
            <a:ext cx="2312267" cy="2326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130020-C896-BA32-9171-6A426925D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957" y="2041052"/>
            <a:ext cx="1962230" cy="22742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7A4854-6BE7-6B41-D581-0A948520124F}"/>
              </a:ext>
            </a:extLst>
          </p:cNvPr>
          <p:cNvSpPr txBox="1"/>
          <p:nvPr/>
        </p:nvSpPr>
        <p:spPr>
          <a:xfrm>
            <a:off x="1315688" y="4351392"/>
            <a:ext cx="2589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Todd Iverson</a:t>
            </a:r>
          </a:p>
          <a:p>
            <a:pPr algn="ctr"/>
            <a:r>
              <a:rPr lang="en-US" sz="2000" dirty="0"/>
              <a:t>tiverson@winona.edu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575868-3446-813E-FEFA-72D558EE1C5D}"/>
              </a:ext>
            </a:extLst>
          </p:cNvPr>
          <p:cNvSpPr txBox="1"/>
          <p:nvPr/>
        </p:nvSpPr>
        <p:spPr>
          <a:xfrm>
            <a:off x="4209421" y="4299256"/>
            <a:ext cx="26791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Chris Malone</a:t>
            </a:r>
          </a:p>
          <a:p>
            <a:pPr algn="ctr"/>
            <a:r>
              <a:rPr lang="en-US" sz="2000" dirty="0"/>
              <a:t>cmalone@winona.edu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4072C1-5B80-CA71-B372-DA30349B185A}"/>
              </a:ext>
            </a:extLst>
          </p:cNvPr>
          <p:cNvSpPr txBox="1"/>
          <p:nvPr/>
        </p:nvSpPr>
        <p:spPr>
          <a:xfrm>
            <a:off x="7163756" y="4271182"/>
            <a:ext cx="2439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April Kerby-Helm</a:t>
            </a:r>
          </a:p>
          <a:p>
            <a:pPr algn="ctr"/>
            <a:r>
              <a:rPr lang="en-US" sz="2000" dirty="0"/>
              <a:t>akerby@winona.edu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9C400B-05EA-3A5D-ABB7-A77FC93959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447" y="4625125"/>
            <a:ext cx="2083830" cy="208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7775-E95E-D516-D816-C40E5C83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C179-015C-3331-EE8E-6EA8C0B361E5}"/>
              </a:ext>
            </a:extLst>
          </p:cNvPr>
          <p:cNvSpPr txBox="1">
            <a:spLocks/>
          </p:cNvSpPr>
          <p:nvPr/>
        </p:nvSpPr>
        <p:spPr>
          <a:xfrm>
            <a:off x="697077" y="353386"/>
            <a:ext cx="10797844" cy="17411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400" b="1" dirty="0"/>
              <a:t>ICOTS Workshop #8 – July 2026</a:t>
            </a:r>
          </a:p>
          <a:p>
            <a:pPr algn="ctr"/>
            <a:r>
              <a:rPr lang="en-AU" sz="3600" b="1" dirty="0"/>
              <a:t>From Design to Code – A Gentle Introduction to Data Science Programming</a:t>
            </a:r>
            <a:endParaRPr lang="en-US" sz="3600" dirty="0"/>
          </a:p>
        </p:txBody>
      </p:sp>
      <p:pic>
        <p:nvPicPr>
          <p:cNvPr id="13" name="Picture 12" descr="MUDAC founder Chris Malone inducted as Fellow of the American Statistical  Institute – MinneAnalytics">
            <a:extLst>
              <a:ext uri="{FF2B5EF4-FFF2-40B4-BE49-F238E27FC236}">
                <a16:creationId xmlns:a16="http://schemas.microsoft.com/office/drawing/2014/main" id="{D7A84195-25A8-6E5F-E268-83836BDE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481" y="2057093"/>
            <a:ext cx="1922997" cy="2345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429ABC-DD38-05D7-FD6D-5260E62A3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900" y="2108131"/>
            <a:ext cx="2312267" cy="2326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E22761-0966-FCB9-7C48-04FE58536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429" y="2105220"/>
            <a:ext cx="1962230" cy="22742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7AFDBE-B686-5993-4676-9FBE76878F65}"/>
              </a:ext>
            </a:extLst>
          </p:cNvPr>
          <p:cNvSpPr txBox="1"/>
          <p:nvPr/>
        </p:nvSpPr>
        <p:spPr>
          <a:xfrm>
            <a:off x="1877160" y="4415560"/>
            <a:ext cx="2589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Todd Iverson</a:t>
            </a:r>
          </a:p>
          <a:p>
            <a:pPr algn="ctr"/>
            <a:r>
              <a:rPr lang="en-US" sz="2000" dirty="0"/>
              <a:t>tiverson@winona.edu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789168-8F48-FEF4-DFC1-92788E4BC5A7}"/>
              </a:ext>
            </a:extLst>
          </p:cNvPr>
          <p:cNvSpPr txBox="1"/>
          <p:nvPr/>
        </p:nvSpPr>
        <p:spPr>
          <a:xfrm>
            <a:off x="4770893" y="4363424"/>
            <a:ext cx="26791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Chris Malone</a:t>
            </a:r>
          </a:p>
          <a:p>
            <a:pPr algn="ctr"/>
            <a:r>
              <a:rPr lang="en-US" sz="2000" dirty="0"/>
              <a:t>cmalone@winona.edu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4AE2A-D29B-8E3C-8C31-BFC33C0F2074}"/>
              </a:ext>
            </a:extLst>
          </p:cNvPr>
          <p:cNvSpPr txBox="1"/>
          <p:nvPr/>
        </p:nvSpPr>
        <p:spPr>
          <a:xfrm>
            <a:off x="7725228" y="4335350"/>
            <a:ext cx="2439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April Kerby-Helm</a:t>
            </a:r>
          </a:p>
          <a:p>
            <a:pPr algn="ctr"/>
            <a:r>
              <a:rPr lang="en-US" sz="2000" dirty="0"/>
              <a:t>akerby@winona.edu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C1DAD-2099-B99D-B3D9-0C6FF4F82DC7}"/>
              </a:ext>
            </a:extLst>
          </p:cNvPr>
          <p:cNvSpPr txBox="1"/>
          <p:nvPr/>
        </p:nvSpPr>
        <p:spPr>
          <a:xfrm>
            <a:off x="0" y="542223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Bradley Hand ITC" panose="03070402050302030203" pitchFamily="66" charset="0"/>
              </a:rPr>
              <a:t>Thank you for attending our workshop</a:t>
            </a:r>
          </a:p>
        </p:txBody>
      </p:sp>
    </p:spTree>
    <p:extLst>
      <p:ext uri="{BB962C8B-B14F-4D97-AF65-F5344CB8AC3E}">
        <p14:creationId xmlns:p14="http://schemas.microsoft.com/office/powerpoint/2010/main" val="263761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266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ADLaM Display</vt:lpstr>
      <vt:lpstr>Aptos</vt:lpstr>
      <vt:lpstr>Aptos Display</vt:lpstr>
      <vt:lpstr>Arial</vt:lpstr>
      <vt:lpstr>Bradley Hand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Malone, Christopher J</dc:creator>
  <cp:lastModifiedBy>Malone, Christopher J</cp:lastModifiedBy>
  <cp:revision>1</cp:revision>
  <dcterms:created xsi:type="dcterms:W3CDTF">2026-07-11T10:05:28Z</dcterms:created>
  <dcterms:modified xsi:type="dcterms:W3CDTF">2026-07-11T13:21:48Z</dcterms:modified>
</cp:coreProperties>
</file>